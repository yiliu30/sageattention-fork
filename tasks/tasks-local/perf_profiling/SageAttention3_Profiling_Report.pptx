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2FF"/>
                </a:solidFill>
                <a:latin typeface="Calibri"/>
              </a:defRPr>
            </a:pPr>
            <a:r>
              <a:t>SageAttention3 Performance Profiling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CogVideoX-2b on RTX 5090 D  |  SageAttention3 vs SDPA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840480"/>
            <a:ext cx="39319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GPU Device: NVIDIA GeForce RTX 5090 D  •  32 GB VRAM  •  Blackwell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Calibri"/>
              </a:defRPr>
            </a:pPr>
            <a:r>
              <a:t>Async CUDA Event Timing  •  5 Inference Steps (Smoke Mode)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Profiling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9144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5943600"/>
              </a:tblGrid>
              <a:tr h="3657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GPU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NVIDIA GeForce RTX 5090 D (32 GB)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Driver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580.105.08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CogVideoX-2b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 dtype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float16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Num frames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49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Inference steps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 (smoke mode)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Guidance scale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Prompt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"A dog is running in the park."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Warmup iters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CPU offload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Disabled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Profiling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Async CUDA event timing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Head-to-Head: SageAttention3 vs SDPA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GPU time comparison across pipeline stages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85800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286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onsolas"/>
              </a:defRPr>
            </a:pPr>
            <a:r>
              <a:t>                     Sage3      SDPA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65176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Pipeline           9664 ms  11351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99923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Transformer        4651 ms   6291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346703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Attention          1625 ms   3216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69417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Avg Attn/call     10.84 ms  21.44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31596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B71"/>
                </a:solidFill>
                <a:latin typeface="Calibri"/>
              </a:defRPr>
            </a:pPr>
            <a:r>
              <a:t>Pipeline: 14.9% faster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72744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B71"/>
                </a:solidFill>
                <a:latin typeface="Calibri"/>
              </a:defRPr>
            </a:pPr>
            <a:r>
              <a:t>Attention: 49.5% faster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Speedup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SageAttention3 speedup over SDPA baseline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3152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20116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651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1.98x attention kernel speedup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108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1.17x end-to-end pipeline speedup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566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1686 ms saved per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150 attention calls, 5 transformer fwd passes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SageAttention3 Kernel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Where does the attention time go?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943600" cy="47548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0" y="1645920"/>
          <a:ext cx="5029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97280"/>
                <a:gridCol w="118872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Sub-step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 (ms)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of Attn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Preprocess QKV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317.1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19.5%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Quant FP4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16.9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1.0%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Quant FP4 Permute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16.3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1.0%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Quant FP4 Transpose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16.4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1.0%</a:t>
                      </a:r>
                    </a:p>
                  </a:txBody>
                  <a:tcPr>
                    <a:solidFill>
                      <a:srgbClr val="3333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Block-scaled FP4 Attn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1232.2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75.8%</a:t>
                      </a:r>
                    </a:p>
                  </a:txBody>
                  <a:tcPr>
                    <a:solidFill>
                      <a:srgbClr val="2828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2222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1598.9</a:t>
                      </a:r>
                    </a:p>
                  </a:txBody>
                  <a:tcPr>
                    <a:solidFill>
                      <a:srgbClr val="2222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22223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75120" y="51206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Block-scaled FP4 attention dominates at 75.8%, while quantization overhead is only ~3%.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Pipeline Time Decomposition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Stacked view: Attention vs Transformer (other) vs Pipeline (other)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SageAttention3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240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Attn / Pipeline:      16.8%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560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Attn / Transformer:   34.9%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880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Transformer / Pipeline: 48.1%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SDPA (Baseline)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Attn / Pipeline:      28.3%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251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Attn / Transformer:   51.1%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72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Transformer / Pipeline: 55.4%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394959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SageAttention3 reduces attention's share from 51.1% to 34.9% of transformer time, freeing GPU cycles for other operations.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384048" cy="38404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4447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2.0x Attention Speedup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83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SageAttention3's block-scaled FP4 kernel cuts attention time from 3216 ms to 1625 ms (49% reduction).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41448"/>
            <a:ext cx="384048" cy="38404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4048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377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1.17x End-to-End Pipeline Speedup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Full pipeline runs in 9664 ms vs 11351 ms, saving 1686 ms per inference.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832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01568"/>
            <a:ext cx="384048" cy="38404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3649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337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Minimal Quantization Overhead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703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FP4 quantization (scale, permute, transpose) accounts for only ~3% of attention time — the bulk (75.8%) is the optimized FP4 kernel.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43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361688"/>
            <a:ext cx="384048" cy="38404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432511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Attention No Longer the Bottleneck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Attention drops from 51.1% to 34.9% of transformer time, shifting the bottleneck to other pipeline stages.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035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321807"/>
            <a:ext cx="384048" cy="38404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52852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257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Production-Ready on Blackwell (RTX 5090 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62355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Profiled on RTX 5090 D with async CUDA event timing, confirming real-world performance gains for video generation workloads.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